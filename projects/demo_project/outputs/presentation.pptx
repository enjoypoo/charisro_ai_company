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Malgun Gothic"/>
              </a:rP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Malgun Gothic"/>
              </a:rPr>
              <a:t>Presenting "아이 포토북 (Kids Photo Book)" - A mobile app that captures and shares children's growth moments.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lgun Gothic"/>
              </a:rP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algun Gothic"/>
              </a:rPr>
              <a:t>A storytelling platform more than a photo gallery, recording special moments with photos, stories, locations, and weather.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lgun Gothic"/>
              </a:rP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algun Gothic"/>
              </a:rPr>
              <a:t>To assist parents in maintaining a rich gallery of memories, beyond simple storage, with enriched storytelling.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lgun Gothic"/>
              </a:rPr>
              <a:t>Key Feature: Album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algun Gothic"/>
              </a:rPr>
              <a:t>Compile multiple images into a single themed album.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lgun Gothic"/>
              </a:rPr>
              <a:t>Key Feature: Detailed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algun Gothic"/>
              </a:rPr>
              <a:t>Detail each moment with date, location, weather, and comprehensive stories.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lgun Gothic"/>
              </a:rPr>
              <a:t>Key Feature: Individual Caption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algun Gothic"/>
              </a:rPr>
              <a:t>Add personal captions to each photo for a unique touch.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lgun Gothic"/>
              </a:rPr>
              <a:t>Key Feature: PDF Export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algun Gothic"/>
              </a:rPr>
              <a:t>Convert digital albums into printable PDFs, ideal for sharing.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lgun Gothic"/>
              </a:rP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algun Gothic"/>
              </a:rPr>
              <a:t>Developed with React Native and TypeScript, ensuring cross-platform functionality and 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lgun Gothic"/>
              </a:rPr>
              <a:t>Future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algun Gothic"/>
              </a:rPr>
              <a:t>Integration of cloud sync features and customization options to enhance user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algun Gothic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algun Gothic"/>
              </a:rPr>
              <a:t>"아이 포토북" dynamically captures children's lives, with potential market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